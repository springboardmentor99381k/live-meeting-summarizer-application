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-576" y="-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-meeting-summarizer.streamlit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27938" y="502920"/>
            <a:ext cx="1463040" cy="1463040"/>
          </a:xfrm>
          <a:prstGeom prst="ellipse">
            <a:avLst/>
          </a:prstGeom>
          <a:solidFill>
            <a:srgbClr val="00C9B1">
              <a:alpha val="20000"/>
            </a:srgbClr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5029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 smtClean="0">
                <a:solidFill>
                  <a:srgbClr val="000000"/>
                </a:solidFill>
              </a:rPr>
              <a:t>🎙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 Meeting Summarizer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Speech-to-Text · Speaker Diarization · LLM Summarization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pic>
        <p:nvPicPr>
          <p:cNvPr id="9" name="Picture 8" descr="Untitled.png"/>
          <p:cNvPicPr>
            <a:picLocks noChangeAspect="1"/>
          </p:cNvPicPr>
          <p:nvPr/>
        </p:nvPicPr>
        <p:blipFill>
          <a:blip r:embed="rId3"/>
          <a:srcRect l="31777" t="16517" r="31777" b="15767"/>
          <a:stretch>
            <a:fillRect/>
          </a:stretch>
        </p:blipFill>
        <p:spPr>
          <a:xfrm>
            <a:off x="309489" y="213476"/>
            <a:ext cx="822961" cy="803970"/>
          </a:xfrm>
          <a:prstGeom prst="ellipse">
            <a:avLst/>
          </a:prstGeom>
          <a:ln w="31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Note-Taking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produce vast information; manual notes are slow, incomplete, and error-prone.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Confusion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508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hard to track who said what in multi-speaker discussions without specialized tools.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0"/>
            <a:ext cx="6400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Post-Meeting Delay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shared hours after a meeting reduce retention and follow-up effectiveness.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743200"/>
            <a:ext cx="64008" cy="1554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880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Sharing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Distributing meeting notes requires manual effort — copying, formatting, and emailing.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integrated Streamlit application that captures live audio, transcribes in real time, identifies speakers, and generates structured meeting summaries — all with one-click export.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Live/Recorded </a:t>
            </a: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5420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PyAudio + SoundDevice for real-time mic 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5420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Vosk / Whisper offline STT engines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6459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2212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5420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 for speaker identification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0040" y="3813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3.1 or HuggingFace BART/T5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2461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0" y="3813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Start/Stop with live transcript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3246120"/>
            <a:ext cx="26517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3337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3813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4142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Markdown, and Email via </a:t>
            </a:r>
            <a:r>
              <a:rPr lang="en-US" sz="1000" dirty="0" err="1" smtClean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PyAudio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LLM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NLP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</a:t>
            </a:r>
            <a:r>
              <a:rPr lang="en-US" sz="110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r>
              <a:rPr lang="en-US" sz="11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2743200" cy="411480"/>
          </a:xfrm>
          <a:prstGeom prst="rect">
            <a:avLst/>
          </a:prstGeom>
          <a:solidFill>
            <a:srgbClr val="FF7F50"/>
          </a:solidFill>
          <a:ln w="12700">
            <a:solidFill>
              <a:srgbClr val="FF7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solidFill>
            <a:srgbClr val="32CD32"/>
          </a:solidFill>
          <a:ln w="12700">
            <a:solidFill>
              <a:srgbClr val="32C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threading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2743200" cy="4114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</a:t>
            </a:r>
            <a:r>
              <a:rPr lang="en-US" sz="13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Eval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rouge_score</a:t>
            </a:r>
            <a:endParaRPr lang="en-US" sz="1100" dirty="0" smtClean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865163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139483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0058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12280" y="100584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" y="29718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40280" y="29718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51960" y="29718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297180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28" name="Picture 27" descr="Screenshot 2026-04-02 18450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73152"/>
            <a:ext cx="9144000" cy="51390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7200" y="400929"/>
            <a:ext cx="25810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Feasibility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STT </a:t>
            </a:r>
            <a:r>
              <a:rPr lang="en-US" sz="1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(Whisper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run fully offline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 is mature &amp; well-documented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provides fast LLM inference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enables rapid UI prototyping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timeline is achievable with phased milestones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Viability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Remote-work boom drives demand for meeting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APIs keep infrastructure costs low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STT avoids cloud data privacy concerns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Extensible: add Zoom/Teams integration later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 enables open-source community growth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96596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" y="16459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Summaries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 seconds vs. hours of manual 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6596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6459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2316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7889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with Whisper STT benchmarked on AMI corpus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6596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 Error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7889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speaker segmentation using pyannote.audio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914400"/>
            <a:ext cx="1965960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6459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278892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summaries evaluated with NLP metrics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3657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🎙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Live Meeting Summarizer bridges the gap between spoken conversation and actionable knowledge — making every meeting count.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788920"/>
            <a:ext cx="5662246" cy="731520"/>
          </a:xfrm>
          <a:prstGeom prst="rect">
            <a:avLst/>
          </a:prstGeom>
          <a:solidFill>
            <a:srgbClr val="00C9B1">
              <a:alpha val="15000"/>
            </a:srgbClr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83464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en-US" sz="1300" b="1" dirty="0" smtClean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</a:t>
            </a: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</a:t>
            </a:r>
            <a:endParaRPr lang="en-US" sz="13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3242603" y="2834640"/>
            <a:ext cx="4121834" cy="8159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accent1"/>
                </a:solidFill>
              </a:rPr>
              <a:t>https://shreya1811-live-meeting-summarizer.hf.space</a:t>
            </a:r>
          </a:p>
          <a:p>
            <a:endParaRPr lang="en-US" sz="1400" dirty="0" smtClean="0">
              <a:solidFill>
                <a:schemeClr val="accent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Python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Streamlit · Whisper · pyannote · Groq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383</Words>
  <Application>Microsoft Office PowerPoint</Application>
  <PresentationFormat>On-screen Show (16:9)</PresentationFormat>
  <Paragraphs>102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Live Meeting Summarizer</dc:title>
  <dc:subject>PptxGenJS Presentation</dc:subject>
  <dc:creator>PptxGenJS</dc:creator>
  <cp:lastModifiedBy>Lenovo</cp:lastModifiedBy>
  <cp:revision>7</cp:revision>
  <dcterms:created xsi:type="dcterms:W3CDTF">2026-04-02T12:31:28Z</dcterms:created>
  <dcterms:modified xsi:type="dcterms:W3CDTF">2026-04-04T00:19:34Z</dcterms:modified>
</cp:coreProperties>
</file>